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9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477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74673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42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1776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491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2643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24144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228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18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101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2595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303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657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48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" y="0"/>
            <a:ext cx="3840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20040" y="514350"/>
            <a:ext cx="3200400" cy="1747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&amp;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2671727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• Apache • Tomcat • HAProxy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13716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054097"/>
            <a:ext cx="3200400" cy="512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8 — Completed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0" y="640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Covered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0" y="1234440"/>
            <a:ext cx="470916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6240" y="123444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0" y="123444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— Web Server on Port 81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856232"/>
            <a:ext cx="470916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18562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185623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— Web Server on Port 82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2478024"/>
            <a:ext cx="470916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06240" y="247802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9160" y="2478024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 — App Server on Port 8082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3099816"/>
            <a:ext cx="470916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309981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09160" y="309981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sample index.html files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0" y="3721608"/>
            <a:ext cx="470916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372160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372160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tomcat.service (systemd)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0" y="4343400"/>
            <a:ext cx="470916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06240" y="434340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09160" y="434340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HAProxy Load Balancer</a:t>
            </a:r>
            <a:endParaRPr 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BA906D-B66E-A9D5-26BF-13E5ABC1C795}"/>
              </a:ext>
            </a:extLst>
          </p:cNvPr>
          <p:cNvSpPr txBox="1"/>
          <p:nvPr/>
        </p:nvSpPr>
        <p:spPr>
          <a:xfrm>
            <a:off x="320040" y="3869872"/>
            <a:ext cx="21455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Nithin Reddy </a:t>
            </a:r>
            <a:br>
              <a:rPr lang="en-IN" sz="2500" b="1" dirty="0"/>
            </a:br>
            <a:r>
              <a:rPr lang="en-IN" sz="2500" b="1" dirty="0"/>
              <a:t>Batch-20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stack: Client → Load Balancer → Web Servers → App Server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731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8 | DevOps Engineering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19202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4A556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05840"/>
            <a:ext cx="1920240" cy="347472"/>
          </a:xfrm>
          <a:prstGeom prst="rect">
            <a:avLst/>
          </a:prstGeom>
          <a:solidFill>
            <a:srgbClr val="F4F6F9"/>
          </a:solidFill>
          <a:ln w="15240">
            <a:solidFill>
              <a:srgbClr val="4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05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1353312"/>
            <a:ext cx="192024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1714500"/>
            <a:ext cx="502920" cy="0"/>
          </a:xfrm>
          <a:prstGeom prst="line">
            <a:avLst/>
          </a:prstGeom>
          <a:noFill/>
          <a:ln w="19050">
            <a:solidFill>
              <a:srgbClr val="A0AE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60934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1005840"/>
            <a:ext cx="19202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005840"/>
            <a:ext cx="1920240" cy="347472"/>
          </a:xfrm>
          <a:prstGeom prst="rect">
            <a:avLst/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005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1353312"/>
            <a:ext cx="192024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(LB)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1714500"/>
            <a:ext cx="502920" cy="0"/>
          </a:xfrm>
          <a:prstGeom prst="line">
            <a:avLst/>
          </a:prstGeom>
          <a:noFill/>
          <a:ln w="19050">
            <a:solidFill>
              <a:srgbClr val="A0AE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60934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005840"/>
            <a:ext cx="19202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005840"/>
            <a:ext cx="1920240" cy="347472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005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1353312"/>
            <a:ext cx="192024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1714500"/>
            <a:ext cx="502920" cy="0"/>
          </a:xfrm>
          <a:prstGeom prst="line">
            <a:avLst/>
          </a:prstGeom>
          <a:noFill/>
          <a:ln w="19050">
            <a:solidFill>
              <a:srgbClr val="A0AE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60934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1005840"/>
            <a:ext cx="19202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1005840"/>
            <a:ext cx="1920240" cy="347472"/>
          </a:xfrm>
          <a:prstGeom prst="rect">
            <a:avLst/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005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12280" y="1353312"/>
            <a:ext cx="192024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23160" y="2788920"/>
            <a:ext cx="19202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23160" y="2788920"/>
            <a:ext cx="1920240" cy="347472"/>
          </a:xfrm>
          <a:prstGeom prst="rect">
            <a:avLst/>
          </a:prstGeom>
          <a:solidFill>
            <a:srgbClr val="ECFDF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2788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423160" y="3136392"/>
            <a:ext cx="192024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 Server)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83280" y="2423160"/>
            <a:ext cx="0" cy="365760"/>
          </a:xfrm>
          <a:prstGeom prst="line">
            <a:avLst/>
          </a:prstGeom>
          <a:noFill/>
          <a:ln w="19050">
            <a:solidFill>
              <a:srgbClr val="A0AEC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3291840" y="26700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</a:rPr>
              <a:t>▼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Install Nginx &amp; Run on Port 81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apt-get install nginx | Configure port 81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731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8 | DevOps Engineering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Nginx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135331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533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update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nginx -y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Config — Set Port 81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231343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3134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/etc/nginx/sites-available/default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Change: listen 80 to listen 81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&amp; Enable Service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27355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nginx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nginx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93192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Running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423367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33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status nginx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1078992"/>
            <a:ext cx="3968496" cy="36941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754880" y="26334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5488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Nginx screenshots here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CFDEB56-E5FB-D811-0303-4F185AEF3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417" y="923544"/>
            <a:ext cx="4176008" cy="195698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23318FD-CD23-AECC-CD51-7910CEFCA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2" y="2884682"/>
            <a:ext cx="4160518" cy="1932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Deploy index.html on Nginx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deploy a sample HTML page on Nginx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731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8 | DevOps Engineering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index.html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135331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533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/var/www/html/index.html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Sample HTML Content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231343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3134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&lt;html&gt;&lt;body&gt;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&lt;h1&gt;Welcome to Nginx!&lt;/h1&gt;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&lt;/body&gt;&lt;/html&gt;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Permissions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27355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chown www-data:www-data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/var/www/html/index.html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93192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&amp; Test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423367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33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nginx -t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reload nginx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1078992"/>
            <a:ext cx="3968496" cy="36941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754880" y="26334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5488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Nginx HTML screenshots here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F3DD894-CD27-4F4C-B518-A353CC6BD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2" y="1607820"/>
            <a:ext cx="4389119" cy="22082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Install Apache &amp; Run on Port 82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apt-get install apache2 | Configure port 82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731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8 | DevOps Engineering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Apache2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135331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533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update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apache2 -y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Ports Config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231343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3134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/etc/apache2/ports.conf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Change: Listen 80 to Listen 82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VirtualHost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27355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/etc/apache2/sites-available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/000-default.conf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&lt;VirtualHost *:82&gt;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93192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&amp; Verify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423367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33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apache2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apache2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1078992"/>
            <a:ext cx="3968496" cy="36941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754880" y="26334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5488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Apache screenshots here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176E1-AFE8-C15D-BB9D-B0928228D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2" y="1094232"/>
            <a:ext cx="4389120" cy="161036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2084FBE-2920-099A-51A6-3CCF0BBF7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01036"/>
            <a:ext cx="4198621" cy="22926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Deploy index.html on Apache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deploy a sample HTML page on Apache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731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8 | DevOps Engineering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index.html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135331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533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/var/www/html/index.html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Sample HTML Content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231343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3134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&lt;html&gt;&lt;body&gt;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&lt;h1&gt;Welcome to Apache!&lt;/h1&gt;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&lt;/body&gt;&lt;/html&gt;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Correct Permissions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27355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chown www-data:www-data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/var/www/html/index.html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93192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&amp; Test in Browser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423367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33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restart apache2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1078992"/>
            <a:ext cx="3968496" cy="36941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754880" y="26334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5488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Apache HTML screenshots here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D4951CD-68DA-2FD0-B4BF-F60E39799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23544"/>
            <a:ext cx="4389120" cy="39227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Install Apache Tomcat on Port 8082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Java-based application server | Port 8082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731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8 | DevOps Engineering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Java &amp; Download Tomcat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135331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533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default-jdk -y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https://dlcdn.apache.org/tomcat/...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Move to /opt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231343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3134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tar -xvf apache-tomcat-*.tar.gz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mv apache-tomcat-* /opt/tomcat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Port 8082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27355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/opt/tomcat/conf/server.xml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Change: port="8080" to port="8082"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93192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Tomcat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423367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33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/opt/tomcat/bin/startup.sh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http://localhost:8082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1078992"/>
            <a:ext cx="3968496" cy="36941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754880" y="26334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5488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Tomcat screenshots here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FB1B3E5-E2E9-961D-528B-CF3FCB6FD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031" y="1019556"/>
            <a:ext cx="4998969" cy="37170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— Deploy Sample App on Tomcat Webapps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.war file to Tomcat's webapps directory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731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8 | DevOps Engineering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Get Sample .war File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135331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533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 sample war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https://tomcat.apache.org/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tomcat-7.0-doc/appdev/sample/sample.war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to webapps Directory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231343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3134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cp sample.war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/opt/tomcat/webapps/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Auto-Deploys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27355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Tomcat auto-extracts .war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webapps folder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/opt/tomcat/webapps/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93192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in Browser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423367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33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http://&lt;server-ip&gt;:8082/sample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1078992"/>
            <a:ext cx="3968496" cy="36941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754880" y="26334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5488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app deploy screenshots here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0905B98-F909-ECF5-75A3-031983856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420" y="987552"/>
            <a:ext cx="4985399" cy="96012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7E1A8EF-B726-E003-54ED-F4C40F9E4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420" y="2022348"/>
            <a:ext cx="5105649" cy="23622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— Create tomcat.service File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Tomcat as a systemd service for auto-start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731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8 | DevOps Engineering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Service File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139903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990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/etc/systemd/system/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tomcat.service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057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&amp; Start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240487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4048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daemon-reload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tomcat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tomcat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16052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54680"/>
            <a:ext cx="4160520" cy="3200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546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tomcat.service content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493008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[Unit]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Description=Apache Tomcat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After=network.target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[Service]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Type=forking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User=tomcat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ExecStart=/opt/tomcat/bin/startup.sh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ExecStop=/opt/tomcat/bin/shutdown.sh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[Install]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WantedBy=multi-user.target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2272" y="1071372"/>
            <a:ext cx="4326636" cy="36941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754880" y="26334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5488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tomcat.service screenshots here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E41462F-5D4A-D7D0-FD02-7030878C1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616" y="1019418"/>
            <a:ext cx="5532368" cy="159119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6FEA736-6CF5-E61B-B0CC-3E3186F2E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152" y="2602230"/>
            <a:ext cx="5181848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— Configure HAProxy Load Balancer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 (Nginx :81) + Server 2 (Apache :82)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731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8 | DevOps Engineering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HAProxy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135331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533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haproxy -y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haproxy.cfg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231343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3134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/etc/haproxy/haproxy.cfg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Backend Servers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27355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servers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balance roundrobin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server s1 &lt;IP&gt;:81 check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server s2 &lt;IP&gt;:82 check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93192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&amp; Verify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4233672"/>
            <a:ext cx="3657600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33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restart haproxy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status haproxy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1078992"/>
            <a:ext cx="3968496" cy="36941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754880" y="26334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5488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HAProxy screenshots here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F0501BD-4F2F-63E5-0E91-DD9AE4404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834999"/>
            <a:ext cx="5372100" cy="176189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5E83E09-7EEB-E409-A16E-93BA377F6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582" y="2503818"/>
            <a:ext cx="2863596" cy="119199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C4A1936-3C00-94BA-60E9-DBA2D1187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2" y="3311004"/>
            <a:ext cx="3189732" cy="152312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EFDF9A1-7BF0-41AA-D304-7E77680CCA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1324" y="2412874"/>
            <a:ext cx="3159252" cy="14669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tasks successfully completed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731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8 | DevOps Engineering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20624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10972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Nginx on Port 81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41832" y="148590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46304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965960"/>
            <a:ext cx="420624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65960"/>
            <a:ext cx="10972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65960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057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index.html on Nginx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242316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4231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20624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10972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26080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0175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Apache on Port 82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338328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38328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886200"/>
            <a:ext cx="420624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886200"/>
            <a:ext cx="10972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86200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39776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index.html on Apache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434340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34340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1005840"/>
            <a:ext cx="420624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005840"/>
            <a:ext cx="10972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005840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49240" y="1097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Apache Tomcat on Port 8082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49240" y="146304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146304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1965960"/>
            <a:ext cx="420624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1965960"/>
            <a:ext cx="10972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1965960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✔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349240" y="2057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sample app on webapps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49240" y="242316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24231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2926080"/>
            <a:ext cx="420624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2926080"/>
            <a:ext cx="10972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926080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✔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349240" y="30175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tomcat.service file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349240" y="338328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49240" y="338328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3886200"/>
            <a:ext cx="420624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3886200"/>
            <a:ext cx="10972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3886200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✔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5349240" y="39776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HAProxy Server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349240" y="434340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49240" y="434340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568A53-6C95-3B3C-0B23-5636FCFC5E49}"/>
              </a:ext>
            </a:extLst>
          </p:cNvPr>
          <p:cNvSpPr txBox="1"/>
          <p:nvPr/>
        </p:nvSpPr>
        <p:spPr>
          <a:xfrm>
            <a:off x="2196193" y="1864569"/>
            <a:ext cx="42699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24482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</TotalTime>
  <Words>1058</Words>
  <Application>Microsoft Office PowerPoint</Application>
  <PresentationFormat>On-screen Show (16:9)</PresentationFormat>
  <Paragraphs>255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Server &amp; App Server Setup</dc:title>
  <dc:subject>PptxGenJS Presentation</dc:subject>
  <dc:creator>PptxGenJS</dc:creator>
  <cp:lastModifiedBy>Nithin Reddy</cp:lastModifiedBy>
  <cp:revision>2</cp:revision>
  <dcterms:created xsi:type="dcterms:W3CDTF">2026-05-13T06:37:07Z</dcterms:created>
  <dcterms:modified xsi:type="dcterms:W3CDTF">2026-05-13T10:29:59Z</dcterms:modified>
</cp:coreProperties>
</file>